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-457200"/>
            <a:ext cx="5669280" cy="5029200"/>
          </a:xfrm>
          <a:prstGeom prst="rect">
            <a:avLst/>
          </a:prstGeom>
          <a:solidFill>
            <a:srgbClr val="0D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41148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438912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645920"/>
            <a:ext cx="4389120" cy="3474720"/>
          </a:xfrm>
          <a:prstGeom prst="rect">
            <a:avLst/>
          </a:prstGeom>
          <a:solidFill>
            <a:srgbClr val="0D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14400"/>
            <a:ext cx="318211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PRÉSENTATION COMMERCIALE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Des agents IA qui
automatisent vos
processus.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93008"/>
            <a:ext cx="374903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Mindeon.ai transforme vos processus manuels en systèmes
autonomes mesurables — sans dépendance externe.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5029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⭐ 5/5 sur Malt   ·   15+ projets livrés   ·   3 ingénieurs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40680"/>
            <a:ext cx="292608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Réserver une consultation gratuite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</a:rPr>
              <a:t>[LOGO MINDEON.AI]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72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Mai 2026  · 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755648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Vos processus vous coûtent plus cher que vous ne le pensez.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Les PME et startups perdent en moyenne 30 % de leur capacité commerciale sur des tâches répétitives.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352044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3911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1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Temps humain gaspillé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44951"/>
            <a:ext cx="10972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0399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Qualification manuelle des leads,
relances répétitives, saisie CRM,
réponses aux questions récurrentes —
des heures perdues chaque semaine.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2232" y="1874519"/>
            <a:ext cx="352044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2232" y="1874519"/>
            <a:ext cx="3520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03911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56031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Croissance bridée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3044951"/>
            <a:ext cx="109728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3200399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Sans automatisation, scaler impose
de recruter. Le coût d'acquisition
client explose et la réactivité
comerciale diminue.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2984" y="1874519"/>
            <a:ext cx="352044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2984" y="1874519"/>
            <a:ext cx="35204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4" y="203911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256031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Outils mal connectés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5864" y="3044951"/>
            <a:ext cx="10972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3200399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CRM, email, calendrier, bases de
données — tout est en silo. Vos
écipes perdent du temps à jongler
entre des outils qui ne se parlent pas.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806440"/>
            <a:ext cx="1133856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806440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879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D4ED8"/>
                </a:solidFill>
              </a:rPr>
              <a:t>« Sans système automatisé, chaque commercial qu'on recrute coûte 3× ce que coûterait un agent IA équivalent.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975104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NOTRE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Mindeon.ai — L'agence IA qui délivre, pas qui promet.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Nous construisons des agents IA sur-mesure, déployés en sprints, propriété 100%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5943600" cy="4480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Une approche unique
sur le marché.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Contrairement aux agences marketing ou aux éditeurs SaaS génériques, Mindeon est composée de 3 ingénieurs spécialisés IA qui construisent, testent et livrent votre solution en quelques semaines.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69080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69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Code ownership 100% — Le code vous appartient, aucun lock-in.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453128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53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531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ROI avant tout — On vous dit si ça vaut le coup avant de démarrer.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37176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37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837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Livraison en sprints — Résultats visibles en 2–4 semaines.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221224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2212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212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Transparence totale — Pas de jargon, des KPIs mesurables.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874519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5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15+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8775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projets livrés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8" y="1874519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196595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5/5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58775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note sur Malt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83279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4747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3 sem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09651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délai moyen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5168" y="3383279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8" y="347471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409651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code ownership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865376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NOS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6 expertises, un seul objectif : automatiser ce qui vous freine.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Chaque service est conçu pour s'intégrer dans votre stack existante.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6118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84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Voice 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Agents vocaux 24/7 (VAPI, Retell AI) pour qualifier les leads, répondre aux FAQs et router les appels entrants.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874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874519"/>
            <a:ext cx="36118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984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04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Agents Conversationnels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834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Chatbots IA avec mémoire contextuelle, entraînés sur vos données. Intégration web, WhatsApp, Slack.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1874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1874519"/>
            <a:ext cx="36118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984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404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Automatisation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34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Enrichissement automatique des contacts, synchronisation temps réel, scoring leads et workflows de suivi.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60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60519"/>
            <a:ext cx="3611880" cy="45720"/>
          </a:xfrm>
          <a:prstGeom prst="rect">
            <a:avLst/>
          </a:prstGeom>
          <a:solidFill>
            <a:srgbClr val="06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90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Workflows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Orchestration complète de vos processus métier. Connexion entre vos outils sans développement lourd.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160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4160519"/>
            <a:ext cx="36118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4270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690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Agents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5120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Agents spécialisés entraînés sur votre base de connaissance. Réponses précises, sources citées.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7576" y="4160519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37576" y="4160519"/>
            <a:ext cx="36118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427024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69087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Intégrations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5120639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Connexion de n'importe quel outil à votre écosystème. Déploiement dans votre infrastructure existante.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865376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Une méthodologie en 4 étapes pour des résultats en semaines.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Pas de projet au long cours. Des sprints courts, des livrables concrets.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6517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2039111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391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651759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Audit &amp; Analyse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3172967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19271"/>
            <a:ext cx="2322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Cartographie de vos processus, identification des quick wins IA et définition du ROI attendu.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297679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Atelier de découverte (2h)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681727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Analyse de vos outils actuels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5065775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Roadmap priorisée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5449823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Budget estimé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1874519"/>
            <a:ext cx="26517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8144" y="2039111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20391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2651759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Conception &amp;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8144" y="3172967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319271"/>
            <a:ext cx="2322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Design de l'agent IA, choix de la stack technique adaptée à vos contraintes métier.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4297679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Spécifications fonctionnelles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4681727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Architecture technique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5065775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Choix des modèles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144" y="5449823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Validation client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5624" y="1874519"/>
            <a:ext cx="26517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0216" y="2039111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0391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2651759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Développement Agile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3172967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3319271"/>
            <a:ext cx="2322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Sprints de 2 semaines. Démos régulières. Itérations rapides basées sur vos retours.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4297679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Sprints bi-hebdomadaires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681727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Démos en conditions réelles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5065775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Tests &amp;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449823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Ajustements continus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97696" y="1874519"/>
            <a:ext cx="265176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62288" y="2039111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20391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2651759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Déploiement &amp; Scale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62288" y="3172967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3319271"/>
            <a:ext cx="2322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Mise en production, monitoring, documentation complète et transfert de compétences.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4297679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Déploiement progressif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4681727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Monitoring &amp; alertes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5065775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Documentation technique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5449823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→  Formation équipe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53619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Des résultats mesurables dès les premières semaines.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Benchmarks issus de nos projets clients (2023–2025).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70 %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tickets résolus
automatiquement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8288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9202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+25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CSAT client
(satisfaction)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18288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19202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12 k€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économisés/mois
sur un seul projet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1504" y="18288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9202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3 sem.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délai moyen
de déploiement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2" y="18288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19202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15+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</a:rPr>
              <a:t>projets livrés
en 18 mois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83280"/>
            <a:ext cx="6858000" cy="29443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83280"/>
            <a:ext cx="64008" cy="2944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493008"/>
            <a:ext cx="1645919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529584"/>
            <a:ext cx="1645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CAS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Fintech SaaS B2B — Chatbot RAG support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159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Problème : 800+ tickets/mois sur des questions récurrentes, équipe support saturée.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791456"/>
            <a:ext cx="2194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773168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736592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70 % des tickets résolus sans intervention humaine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75504"/>
            <a:ext cx="2194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157216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120640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+25 points de CSAT en 60 jours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559552"/>
            <a:ext cx="2194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54126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504688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12 000 € économisés par mois sur les coûts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943600"/>
            <a:ext cx="2194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925312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88873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Déployé en 18 jours, code livré en propriété totale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383280"/>
            <a:ext cx="4279392" cy="2944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2" y="3493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Ce que disent nos clients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62672" y="388620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62672" y="4041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⭐⭐⭐⭐⭐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4297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4155"/>
                </a:solidFill>
              </a:rPr>
              <a:t>Jean-Luc B. · JLB EVENT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2" y="45445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« Mindeon a automatisé notre gestion
des inscriptions. ROI en 3 semaines. 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672" y="4864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⭐⭐⭐⭐⭐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5120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4155"/>
                </a:solidFill>
              </a:rPr>
              <a:t>Enguerrand D. · Civisbot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53675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« Très pro, livraison rapide, code
propre. Exactement ce qu'on cherchait. 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2672" y="5687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⭐⭐⭐⭐⭐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2" y="59436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4155"/>
                </a:solidFill>
              </a:rPr>
              <a:t>Massimo F. · JoRecord.io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61904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« L'agent vocal a changé notre
qualification de leads. Incroyable. 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426464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L'ÉQUIPE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3 ingénieurs. Une obsession : que ça marche.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Pas de chefs de projet, pas de commerciaux. Que des ingénieurs qui construisent.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3520440" cy="39776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57399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93975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075687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Arthur Tetard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2441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563EB"/>
                </a:solidFill>
              </a:rPr>
              <a:t>Co-fondateur · Ingénieur 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26079"/>
            <a:ext cx="31546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Spécialiste agents IA &amp;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Expert intégrations API &amp;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5+ ans en développement produit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2232" y="1874519"/>
            <a:ext cx="3520440" cy="39776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2" y="1874519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2057399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2093975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075687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David Manscour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441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563EB"/>
                </a:solidFill>
              </a:rPr>
              <a:t>Co-fondateur · Lead Developer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5112" y="2926079"/>
            <a:ext cx="31546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0632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Architecture systèmes distribués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204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Automatisation &amp; workflows n8n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39776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DevOps &amp; infrastructure 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4" y="1874519"/>
            <a:ext cx="3520440" cy="39776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2984" y="1874519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5864" y="2057399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5864" y="2093975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2" y="2075687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Cambyse Daghigh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2441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563EB"/>
                </a:solidFill>
              </a:rPr>
              <a:t>Ingénieur IA &amp;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5864" y="2926079"/>
            <a:ext cx="31546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5864" y="30632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Fine-tuning &amp; 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55864" y="35204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Voice bots (VAPI, Retell 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5864" y="3977639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→  Data pipelines &amp; 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989320"/>
            <a:ext cx="1133856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080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Code Ownership 100%    ·    ROI Garanti ou On Vous Le Dit    ·    Livraison en Sprints    ·    Transparence Totale    ·    Documentation Complète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07007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207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TARIFS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Des prix justes pour des résultats mesurables.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Forfaits clairs, sans frais cachés, code livré en propriété.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2743200" cy="4343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Automatisation
&amp;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560320"/>
            <a:ext cx="241401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1 500 €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HT /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657600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Cartographie des processus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059936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3–5 automatisations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462272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Intégration outils existants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864608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Documentation complète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266944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1 mois de support inclus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6" y="1389888"/>
            <a:ext cx="27432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1435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⭐ Le plus populaire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6976" y="1737360"/>
            <a:ext cx="274320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190195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 Vocal
ou Chatbot 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2560320"/>
            <a:ext cx="241401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2 500 €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HT / projet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657600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Voice bot ou chatbot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059936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Entraînement sur vos 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462272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Intégration web/CRM/WhatsApp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864608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Tests &amp; recette inclus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5266944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3 mois de support inclus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1737360"/>
            <a:ext cx="2743200" cy="4343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190195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Solution IA
Sur-Mesure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504" y="2560320"/>
            <a:ext cx="241401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5 000 €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HT / projet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657600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Audit &amp; architecture dédiée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4059936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Agents IA multi-canaux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4462272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Intégrations API complexes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4864608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Déploiement &amp;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5266944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6 mois de support inclus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70848" y="1737360"/>
            <a:ext cx="2743200" cy="4343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190195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Web
Sur-Mesure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560320"/>
            <a:ext cx="241401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8 000 €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0848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HT / projet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657600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Conception UX/UI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059936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Développement full-stack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462272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Back-office &amp;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864608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Hébergement &amp; DevOps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266944"/>
            <a:ext cx="2414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Formation équipe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29107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</a:rPr>
              <a:t>Tous les forfaits incluent : code source livré en propriété  ·  sans engagement après livraison  ·  devis sous 48h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975104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POURQUOI 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Pourquoi Mindeon plutôt qu'une autre agence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Ce qui nous différencie concrètement du marché.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874519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1920240"/>
                <a:gridCol w="2194560"/>
                <a:gridCol w="2103120"/>
              </a:tblGrid>
              <a:tr h="52006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Agences Web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Freelances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SaaS Générique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Mindeon.ai ✓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Spécialisation 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87171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DE80"/>
                          </a:solidFill>
                        </a:rPr>
                        <a:t>✓ 100%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Code ownership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ADE8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87171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DE80"/>
                          </a:solidFill>
                        </a:rPr>
                        <a:t>✓ Toujours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Délai de livraison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2–6 mois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1–3 mois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Immédiat (générique)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4A3B8"/>
                          </a:solidFill>
                        </a:rPr>
                        <a:t>2–4 semaines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Prix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Abonnement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4A3B8"/>
                          </a:solidFill>
                        </a:rPr>
                        <a:t>Forfait fixe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Support post-livraison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Contrat supp.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Rare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DE80"/>
                          </a:solidFill>
                        </a:rPr>
                        <a:t>✓ Inclus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ROI garanti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87171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87171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87171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DE80"/>
                          </a:solidFill>
                        </a:rPr>
                        <a:t>✓ Ou on vous le 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94A3B8"/>
                          </a:solidFill>
                        </a:rPr>
                        <a:t>Intégration stack existante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94A3B8"/>
                          </a:solidFill>
                        </a:rPr>
                        <a:t>Limitée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DE80"/>
                          </a:solidFill>
                        </a:rPr>
                        <a:t>✓ Totale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mindeon.ai  ·  contact@mindeon.ai  ·  +33 6 67 69 94 90  ·  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1828800"/>
            <a:ext cx="4572000" cy="4572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1828800"/>
            <a:ext cx="45720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1280160"/>
            <a:ext cx="21945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316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</a:rPr>
              <a:t>PROCHAINE ÉTAPE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7589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Prêt à automatiser
vos processus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Réservez une consultation gratuite de 30 minutes.
On analyse vos processus et on vous dit honnêtement si l'IA peut vous aider — et comment.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425196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67712" y="4416552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44165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389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Consultation
gratuite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Audit de vos processus
et identification des
quick wins 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25196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2352" y="4416552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44165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389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Proposition
sous 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Roadmap technique,
KPIs cibles et budget
estimé précis.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25196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6992" y="4416552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44165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89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Déploiement
en 3 semaines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Premier agent IA
opérationnel, résultats
mesurables.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5943600"/>
            <a:ext cx="41148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60076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calendly.com/mindeon/30min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60196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contact@mindeon.ai   ·   +33 6 67 69 94 90   ·   linkedin.com/company/mindeon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